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81" r:id="rId5"/>
    <p:sldId id="391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394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AFF"/>
    <a:srgbClr val="F78CB9"/>
    <a:srgbClr val="F5DAC5"/>
    <a:srgbClr val="00A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6019" autoAdjust="0"/>
  </p:normalViewPr>
  <p:slideViewPr>
    <p:cSldViewPr snapToGrid="0">
      <p:cViewPr varScale="1">
        <p:scale>
          <a:sx n="59" d="100"/>
          <a:sy n="59" d="100"/>
        </p:scale>
        <p:origin x="282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23E10C-4735-4A0D-A76B-FFFBF4B6ED03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1D13D6A-DFDD-4B27-9F53-83C0CD9331E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7735CDE-2E0B-4188-96E9-ADF9ACB826A9}" type="datetimeFigureOut">
              <a:rPr lang="en-US" noProof="0" smtClean="0"/>
              <a:t>4/1/2026</a:t>
            </a:fld>
            <a:endParaRPr lang="en-U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 noProof="0"/>
              <a:t>Editar estilos de texto del patrón</a:t>
            </a:r>
          </a:p>
          <a:p>
            <a:pPr lvl="1" rtl="0"/>
            <a:r>
              <a:rPr lang="es" noProof="0"/>
              <a:t>Segundo nivel</a:t>
            </a:r>
          </a:p>
          <a:p>
            <a:pPr lvl="2" rtl="0"/>
            <a:r>
              <a:rPr lang="es" noProof="0"/>
              <a:t>Tercer nivel</a:t>
            </a:r>
          </a:p>
          <a:p>
            <a:pPr lvl="3" rtl="0"/>
            <a:r>
              <a:rPr lang="es" noProof="0"/>
              <a:t>Cuarto nivel</a:t>
            </a:r>
          </a:p>
          <a:p>
            <a:pPr lvl="4" rtl="0"/>
            <a:r>
              <a:rPr lang="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A1D7B6F-E65C-42E7-86A5-0A01C6C95227}" type="slidenum">
              <a:rPr lang="en-US" noProof="0" smtClean="0"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8487DE8-DB1D-7476-8C44-B0F448760DE0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9" name="Imagen 8" descr="Un líquido colorido con una línea morada&#10;&#10;Descripción generada automáticamente">
            <a:extLst>
              <a:ext uri="{FF2B5EF4-FFF2-40B4-BE49-F238E27FC236}">
                <a16:creationId xmlns:a16="http://schemas.microsoft.com/office/drawing/2014/main" id="{1F307DB2-2647-9E7A-A3A3-DBE7504930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80" r="331" b="10324"/>
          <a:stretch/>
        </p:blipFill>
        <p:spPr>
          <a:xfrm>
            <a:off x="84057" y="-9099"/>
            <a:ext cx="11536223" cy="6867100"/>
          </a:xfrm>
          <a:prstGeom prst="rect">
            <a:avLst/>
          </a:prstGeom>
        </p:spPr>
      </p:pic>
      <p:pic>
        <p:nvPicPr>
          <p:cNvPr id="11" name="Gráfico 10">
            <a:extLst>
              <a:ext uri="{FF2B5EF4-FFF2-40B4-BE49-F238E27FC236}">
                <a16:creationId xmlns:a16="http://schemas.microsoft.com/office/drawing/2014/main" id="{99285B55-78E1-B83E-F9B2-6616677DB95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2007" y="1223587"/>
            <a:ext cx="849017" cy="978035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D3B77729-8929-07DD-3A0E-3345E9C7EC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1023" y="4463033"/>
            <a:ext cx="849017" cy="97803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A3485D99-86C3-3AD2-8EEC-686C73F6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 rtlCol="0">
            <a:normAutofit/>
          </a:bodyPr>
          <a:lstStyle>
            <a:lvl1pPr algn="ctr">
              <a:lnSpc>
                <a:spcPct val="113000"/>
              </a:lnSpc>
              <a:defRPr sz="54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4" name="Marcador de fecha 13">
            <a:extLst>
              <a:ext uri="{FF2B5EF4-FFF2-40B4-BE49-F238E27FC236}">
                <a16:creationId xmlns:a16="http://schemas.microsoft.com/office/drawing/2014/main" id="{A94F02A7-35D5-9B29-B063-4F40E8D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1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97F71CF-7463-EE58-8673-70FF6E01D635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Un degradado de colores sobre fondo negro&#10;&#10;Descripción generada automáticamente">
            <a:extLst>
              <a:ext uri="{FF2B5EF4-FFF2-40B4-BE49-F238E27FC236}">
                <a16:creationId xmlns:a16="http://schemas.microsoft.com/office/drawing/2014/main" id="{35BEB45A-F384-D7C9-A3CB-75375E4B69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728" t="-787" r="-1" b="2794"/>
          <a:stretch/>
        </p:blipFill>
        <p:spPr>
          <a:xfrm rot="10800000">
            <a:off x="147778" y="-1"/>
            <a:ext cx="11843113" cy="6516282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210DECF3-C5B2-7596-8F56-1A7469F36886}"/>
              </a:ext>
            </a:extLst>
          </p:cNvPr>
          <p:cNvGrpSpPr/>
          <p:nvPr userDrawn="1"/>
        </p:nvGrpSpPr>
        <p:grpSpPr>
          <a:xfrm rot="10800000">
            <a:off x="3039303" y="555295"/>
            <a:ext cx="5490384" cy="5535077"/>
            <a:chOff x="2470935" y="599843"/>
            <a:chExt cx="5490384" cy="5535077"/>
          </a:xfrm>
        </p:grpSpPr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9A5C777D-A2B2-306B-76C2-3E13CEC5C96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70935" y="599843"/>
              <a:ext cx="849017" cy="978035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CB86DD9E-B0D3-146B-90C5-1F835B4B6F5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302" y="5156885"/>
              <a:ext cx="849017" cy="97803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368" y="1417320"/>
            <a:ext cx="5367528" cy="2194560"/>
          </a:xfrm>
        </p:spPr>
        <p:txBody>
          <a:bodyPr rtlCol="0"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BF31E34-7EF1-9430-2FA0-784F079D7A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368" y="3602736"/>
            <a:ext cx="5367528" cy="94932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7661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BA3E124-5798-04DF-D85C-468DB4EC9F07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9" name="Imagen 8" descr="Degradado púrpura y rosa sobre un fondo negro&#10;&#10;Descripción generada automáticamente">
            <a:extLst>
              <a:ext uri="{FF2B5EF4-FFF2-40B4-BE49-F238E27FC236}">
                <a16:creationId xmlns:a16="http://schemas.microsoft.com/office/drawing/2014/main" id="{827662AF-0BAF-6D15-2F77-9241FBB7D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398"/>
          <a:stretch>
            <a:fillRect/>
          </a:stretch>
        </p:blipFill>
        <p:spPr>
          <a:xfrm rot="12600000">
            <a:off x="-1186695" y="-47254"/>
            <a:ext cx="8514377" cy="6482357"/>
          </a:xfrm>
          <a:custGeom>
            <a:avLst/>
            <a:gdLst>
              <a:gd name="connsiteX0" fmla="*/ 8514377 w 8514377"/>
              <a:gd name="connsiteY0" fmla="*/ 4473859 h 6482357"/>
              <a:gd name="connsiteX1" fmla="*/ 5035556 w 8514377"/>
              <a:gd name="connsiteY1" fmla="*/ 6482357 h 6482357"/>
              <a:gd name="connsiteX2" fmla="*/ 1109801 w 8514377"/>
              <a:gd name="connsiteY2" fmla="*/ 6482357 h 6482357"/>
              <a:gd name="connsiteX3" fmla="*/ 0 w 8514377"/>
              <a:gd name="connsiteY3" fmla="*/ 4560126 h 6482357"/>
              <a:gd name="connsiteX4" fmla="*/ 0 w 8514377"/>
              <a:gd name="connsiteY4" fmla="*/ 1470700 h 6482357"/>
              <a:gd name="connsiteX5" fmla="*/ 2547328 w 8514377"/>
              <a:gd name="connsiteY5" fmla="*/ 0 h 6482357"/>
              <a:gd name="connsiteX6" fmla="*/ 5931393 w 8514377"/>
              <a:gd name="connsiteY6" fmla="*/ 0 h 6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4377" h="6482357">
                <a:moveTo>
                  <a:pt x="8514377" y="4473859"/>
                </a:moveTo>
                <a:lnTo>
                  <a:pt x="5035556" y="6482357"/>
                </a:lnTo>
                <a:lnTo>
                  <a:pt x="1109801" y="6482357"/>
                </a:lnTo>
                <a:lnTo>
                  <a:pt x="0" y="4560126"/>
                </a:lnTo>
                <a:lnTo>
                  <a:pt x="0" y="1470700"/>
                </a:lnTo>
                <a:lnTo>
                  <a:pt x="2547328" y="0"/>
                </a:lnTo>
                <a:lnTo>
                  <a:pt x="5931393" y="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A8327A7-341D-40E2-FE83-F00DE932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 rtlCol="0"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0" name="Marcador de posición de contenido 7">
            <a:extLst>
              <a:ext uri="{FF2B5EF4-FFF2-40B4-BE49-F238E27FC236}">
                <a16:creationId xmlns:a16="http://schemas.microsoft.com/office/drawing/2014/main" id="{24DD5641-C57E-F509-6D45-4612958140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155" y="393616"/>
            <a:ext cx="3539646" cy="6070600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D12046-C0D1-8657-A169-8AE89D82B7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DA2EE2E2-CE39-4B10-FFC4-3B077574E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F9EF72-F371-75B2-8BC8-2A3B1BBE2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09442780-F07F-F8E2-0DE6-A7FB6447AE5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2147" y="1177405"/>
            <a:ext cx="849017" cy="97803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8ED62AC7-D4CF-F7E4-7EB6-B462EEB3FB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4198" y="502867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a la derech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237384A-AE12-9485-A46A-A67BD2D6D763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Un degradado de colores sobre fondo negro&#10;&#10;Descripción generada automáticamente">
            <a:extLst>
              <a:ext uri="{FF2B5EF4-FFF2-40B4-BE49-F238E27FC236}">
                <a16:creationId xmlns:a16="http://schemas.microsoft.com/office/drawing/2014/main" id="{1B2BB6B9-EF29-3C73-2A3C-CF09EA6D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923"/>
          <a:stretch/>
        </p:blipFill>
        <p:spPr>
          <a:xfrm>
            <a:off x="0" y="506925"/>
            <a:ext cx="5699870" cy="573388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78A5217E-2CE2-3F64-6AB4-EB0D30BE276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99873" y="1268006"/>
            <a:ext cx="849017" cy="97803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2FC963C-039A-17E9-178D-44753EC43F7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897112" y="4722376"/>
            <a:ext cx="849017" cy="978035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AE4342B-3BF5-0F3A-721B-C761F001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 rtlCol="0"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2" name="Marcador de posición de contenido 7">
            <a:extLst>
              <a:ext uri="{FF2B5EF4-FFF2-40B4-BE49-F238E27FC236}">
                <a16:creationId xmlns:a16="http://schemas.microsoft.com/office/drawing/2014/main" id="{0975B60B-4328-7C87-7F8D-0730014D7A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4767" y="393616"/>
            <a:ext cx="4123944" cy="6070600"/>
          </a:xfrm>
        </p:spPr>
        <p:txBody>
          <a:bodyPr rtlCol="0"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185C39-AC94-8C87-B244-34719C148A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DB96E03E-A5BE-A491-2B5F-35AD90AE1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A6FD6C-9CEF-3304-8E48-7A8C282A2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1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ACC7A06-20DF-11B2-DBA3-4AD5A0782F72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Un degradado púrpura y azul&#10;&#10;Descripción generada automáticamente">
            <a:extLst>
              <a:ext uri="{FF2B5EF4-FFF2-40B4-BE49-F238E27FC236}">
                <a16:creationId xmlns:a16="http://schemas.microsoft.com/office/drawing/2014/main" id="{7F2E8E22-8715-DC35-A1D6-9DE0F7D4E5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146" y="430094"/>
            <a:ext cx="6635667" cy="555108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CFA543A9-6610-874B-5B5A-83D92322A50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996376" y="1390616"/>
            <a:ext cx="849017" cy="97803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18BD6AF-5555-EEAD-E54D-5C0AD969A11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522918" y="4778529"/>
            <a:ext cx="849017" cy="97803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FC23DEBC-4628-999E-0CE4-A99E4EE0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 rtlCol="0"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0" name="Marcador de posición de contenido 7">
            <a:extLst>
              <a:ext uri="{FF2B5EF4-FFF2-40B4-BE49-F238E27FC236}">
                <a16:creationId xmlns:a16="http://schemas.microsoft.com/office/drawing/2014/main" id="{6D3C4B38-CA42-D6E7-A813-594FE780EB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 rtlCol="0"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E7106E-AE9C-748D-BFA7-A5C720C40C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CFE05E23-DC2F-F555-BE36-6A4BA26749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2624F6-261B-7F20-EE2A-8BE587173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FF983AA-CC8F-F29A-16B4-FA97410056A9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7" name="Imagen 6" descr="Degradado púrpura y rosa sobre un fondo negro&#10;&#10;Descripción generada automáticamente">
            <a:extLst>
              <a:ext uri="{FF2B5EF4-FFF2-40B4-BE49-F238E27FC236}">
                <a16:creationId xmlns:a16="http://schemas.microsoft.com/office/drawing/2014/main" id="{E0936C36-F50A-1523-04B4-873B36EE90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4545" y="5588693"/>
            <a:ext cx="3077487" cy="1269307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A3FF0649-2CAB-E241-1544-28122132EC7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405889" y="5226745"/>
            <a:ext cx="849017" cy="978035"/>
          </a:xfrm>
          <a:prstGeom prst="rect">
            <a:avLst/>
          </a:prstGeom>
        </p:spPr>
      </p:pic>
      <p:pic>
        <p:nvPicPr>
          <p:cNvPr id="9" name="Imagen 8" descr="Degradado púrpura y rosa sobre un fondo negro&#10;&#10;Descripción generada automáticamente">
            <a:extLst>
              <a:ext uri="{FF2B5EF4-FFF2-40B4-BE49-F238E27FC236}">
                <a16:creationId xmlns:a16="http://schemas.microsoft.com/office/drawing/2014/main" id="{A3D7DA26-5AF7-F723-8332-D397C9D4FE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749" y="0"/>
            <a:ext cx="8497251" cy="294550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4C212B63-01C0-9907-1952-5BD55C77E0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420682" y="255984"/>
            <a:ext cx="849017" cy="978035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39D6EFD-3D88-AC8E-C91F-AE704D5DC61D}"/>
              </a:ext>
            </a:extLst>
          </p:cNvPr>
          <p:cNvSpPr/>
          <p:nvPr userDrawn="1"/>
        </p:nvSpPr>
        <p:spPr>
          <a:xfrm>
            <a:off x="1161288" y="212140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F4C90D2-BA10-F371-768C-4773A2DD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216" y="1353312"/>
            <a:ext cx="5824728" cy="2459736"/>
          </a:xfrm>
        </p:spPr>
        <p:txBody>
          <a:bodyPr lIns="91440" rIns="91440" rtlCol="0" anchor="b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110A2D0-5263-97B9-023B-7DEE66187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5588" y="2235708"/>
            <a:ext cx="2377440" cy="237744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34938F3-05CE-10DD-2D42-621C5ECDCB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4216" y="4050792"/>
            <a:ext cx="5824728" cy="1104900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DA4635-CD35-105A-54F6-571A5B6C46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B932984F-04B1-F977-FBD2-4592E8E4D0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DD725-F823-F190-62A8-AC33F67CA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17" name="Imagen 16" descr="Degradado púrpura y rosa sobre un fondo negro&#10;&#10;Descripción generada automáticamente">
            <a:extLst>
              <a:ext uri="{FF2B5EF4-FFF2-40B4-BE49-F238E27FC236}">
                <a16:creationId xmlns:a16="http://schemas.microsoft.com/office/drawing/2014/main" id="{5DFBE14A-32CA-8A3F-8C86-D04E6B1DBA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5293775"/>
            <a:ext cx="2361321" cy="156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3C984FB-85C6-3052-A9EA-F41806C314AF}"/>
              </a:ext>
            </a:extLst>
          </p:cNvPr>
          <p:cNvSpPr/>
          <p:nvPr userDrawn="1"/>
        </p:nvSpPr>
        <p:spPr>
          <a:xfrm>
            <a:off x="803565" y="1291472"/>
            <a:ext cx="9537638" cy="5249368"/>
          </a:xfrm>
          <a:prstGeom prst="rect">
            <a:avLst/>
          </a:prstGeom>
          <a:solidFill>
            <a:srgbClr val="C5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325563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3766CFA5-68C3-F68B-7E95-753DDAE1E5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2498" y="1548481"/>
            <a:ext cx="8982675" cy="4736835"/>
          </a:xfrm>
          <a:custGeom>
            <a:avLst/>
            <a:gdLst>
              <a:gd name="connsiteX0" fmla="*/ 3400805 w 8982675"/>
              <a:gd name="connsiteY0" fmla="*/ 4656317 h 4736835"/>
              <a:gd name="connsiteX1" fmla="*/ 3768530 w 8982675"/>
              <a:gd name="connsiteY1" fmla="*/ 4708484 h 4736835"/>
              <a:gd name="connsiteX2" fmla="*/ 3854126 w 8982675"/>
              <a:gd name="connsiteY2" fmla="*/ 4736710 h 4736835"/>
              <a:gd name="connsiteX3" fmla="*/ 3352219 w 8982675"/>
              <a:gd name="connsiteY3" fmla="*/ 4736710 h 4736835"/>
              <a:gd name="connsiteX4" fmla="*/ 3267796 w 8982675"/>
              <a:gd name="connsiteY4" fmla="*/ 4658283 h 4736835"/>
              <a:gd name="connsiteX5" fmla="*/ 3400805 w 8982675"/>
              <a:gd name="connsiteY5" fmla="*/ 4656317 h 4736835"/>
              <a:gd name="connsiteX6" fmla="*/ 0 w 8982675"/>
              <a:gd name="connsiteY6" fmla="*/ 0 h 4736835"/>
              <a:gd name="connsiteX7" fmla="*/ 8982675 w 8982675"/>
              <a:gd name="connsiteY7" fmla="*/ 0 h 4736835"/>
              <a:gd name="connsiteX8" fmla="*/ 8982675 w 8982675"/>
              <a:gd name="connsiteY8" fmla="*/ 4736835 h 4736835"/>
              <a:gd name="connsiteX9" fmla="*/ 3950459 w 8982675"/>
              <a:gd name="connsiteY9" fmla="*/ 4736835 h 4736835"/>
              <a:gd name="connsiteX10" fmla="*/ 3788773 w 8982675"/>
              <a:gd name="connsiteY10" fmla="*/ 4674997 h 4736835"/>
              <a:gd name="connsiteX11" fmla="*/ 3228671 w 8982675"/>
              <a:gd name="connsiteY11" fmla="*/ 4623063 h 4736835"/>
              <a:gd name="connsiteX12" fmla="*/ 3132708 w 8982675"/>
              <a:gd name="connsiteY12" fmla="*/ 4545069 h 4736835"/>
              <a:gd name="connsiteX13" fmla="*/ 2691341 w 8982675"/>
              <a:gd name="connsiteY13" fmla="*/ 4402451 h 4736835"/>
              <a:gd name="connsiteX14" fmla="*/ 2104826 w 8982675"/>
              <a:gd name="connsiteY14" fmla="*/ 4577133 h 4736835"/>
              <a:gd name="connsiteX15" fmla="*/ 540354 w 8982675"/>
              <a:gd name="connsiteY15" fmla="*/ 3817187 h 4736835"/>
              <a:gd name="connsiteX16" fmla="*/ 0 w 8982675"/>
              <a:gd name="connsiteY16" fmla="*/ 3830433 h 473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82675" h="4736835">
                <a:moveTo>
                  <a:pt x="3400805" y="4656317"/>
                </a:moveTo>
                <a:cubicBezTo>
                  <a:pt x="3531347" y="4658926"/>
                  <a:pt x="3654347" y="4675523"/>
                  <a:pt x="3768530" y="4708484"/>
                </a:cubicBezTo>
                <a:cubicBezTo>
                  <a:pt x="3798214" y="4717150"/>
                  <a:pt x="3826726" y="4726559"/>
                  <a:pt x="3854126" y="4736710"/>
                </a:cubicBezTo>
                <a:lnTo>
                  <a:pt x="3352219" y="4736710"/>
                </a:lnTo>
                <a:cubicBezTo>
                  <a:pt x="3323028" y="4709289"/>
                  <a:pt x="3294579" y="4682734"/>
                  <a:pt x="3267796" y="4658283"/>
                </a:cubicBezTo>
                <a:cubicBezTo>
                  <a:pt x="3312939" y="4656132"/>
                  <a:pt x="3357291" y="4655448"/>
                  <a:pt x="3400805" y="4656317"/>
                </a:cubicBezTo>
                <a:close/>
                <a:moveTo>
                  <a:pt x="0" y="0"/>
                </a:moveTo>
                <a:lnTo>
                  <a:pt x="8982675" y="0"/>
                </a:lnTo>
                <a:lnTo>
                  <a:pt x="8982675" y="4736835"/>
                </a:lnTo>
                <a:lnTo>
                  <a:pt x="3950459" y="4736835"/>
                </a:lnTo>
                <a:cubicBezTo>
                  <a:pt x="3900904" y="4713870"/>
                  <a:pt x="3847214" y="4693133"/>
                  <a:pt x="3788773" y="4674997"/>
                </a:cubicBezTo>
                <a:cubicBezTo>
                  <a:pt x="3643810" y="4630924"/>
                  <a:pt x="3458920" y="4609197"/>
                  <a:pt x="3228671" y="4623063"/>
                </a:cubicBezTo>
                <a:cubicBezTo>
                  <a:pt x="3190841" y="4589513"/>
                  <a:pt x="3157763" y="4562153"/>
                  <a:pt x="3132708" y="4545069"/>
                </a:cubicBezTo>
                <a:cubicBezTo>
                  <a:pt x="3009900" y="4465156"/>
                  <a:pt x="2876972" y="4398675"/>
                  <a:pt x="2691341" y="4402451"/>
                </a:cubicBezTo>
                <a:cubicBezTo>
                  <a:pt x="2485283" y="4409074"/>
                  <a:pt x="2289531" y="4465898"/>
                  <a:pt x="2104826" y="4577133"/>
                </a:cubicBezTo>
                <a:cubicBezTo>
                  <a:pt x="1783304" y="4259153"/>
                  <a:pt x="1229373" y="3910408"/>
                  <a:pt x="540354" y="3817187"/>
                </a:cubicBezTo>
                <a:cubicBezTo>
                  <a:pt x="359907" y="3797131"/>
                  <a:pt x="179768" y="3802888"/>
                  <a:pt x="0" y="3830433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pic>
        <p:nvPicPr>
          <p:cNvPr id="7" name="Imagen 6" descr="Degradado púrpura y rosa sobre un fondo negro&#10;&#10;Descripción generada automáticamente">
            <a:extLst>
              <a:ext uri="{FF2B5EF4-FFF2-40B4-BE49-F238E27FC236}">
                <a16:creationId xmlns:a16="http://schemas.microsoft.com/office/drawing/2014/main" id="{846F15F4-7014-4E14-56B7-56D54599B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15" t="-15152"/>
          <a:stretch/>
        </p:blipFill>
        <p:spPr>
          <a:xfrm rot="10800000" flipH="1">
            <a:off x="7432159" y="-25812"/>
            <a:ext cx="4767411" cy="837980"/>
          </a:xfrm>
          <a:prstGeom prst="rect">
            <a:avLst/>
          </a:prstGeom>
        </p:spPr>
      </p:pic>
      <p:pic>
        <p:nvPicPr>
          <p:cNvPr id="9" name="Imagen 8" descr="Degradado púrpura y rosa sobre un fondo negro&#10;&#10;Descripción generada automáticamente">
            <a:extLst>
              <a:ext uri="{FF2B5EF4-FFF2-40B4-BE49-F238E27FC236}">
                <a16:creationId xmlns:a16="http://schemas.microsoft.com/office/drawing/2014/main" id="{3A669BB6-5B89-62EF-E05B-39C24D4741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963474" y="5867628"/>
            <a:ext cx="4983673" cy="990372"/>
          </a:xfrm>
          <a:prstGeom prst="rect">
            <a:avLst/>
          </a:prstGeom>
        </p:spPr>
      </p:pic>
      <p:pic>
        <p:nvPicPr>
          <p:cNvPr id="11" name="Imagen 10" descr="Un degradado de colores con una línea púrpura&#10;&#10;Descripción generada automáticamente con confianza media">
            <a:extLst>
              <a:ext uri="{FF2B5EF4-FFF2-40B4-BE49-F238E27FC236}">
                <a16:creationId xmlns:a16="http://schemas.microsoft.com/office/drawing/2014/main" id="{6B7DEE27-0CA8-84BE-2C04-6FDB3E58813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4753929"/>
            <a:ext cx="5788201" cy="210407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9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653AAB7-5928-57F2-05DE-9C551FC2F2E3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39496"/>
            <a:ext cx="5961888" cy="1527048"/>
          </a:xfrm>
        </p:spPr>
        <p:txBody>
          <a:bodyPr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2" name="Marcador de contenido 7">
            <a:extLst>
              <a:ext uri="{FF2B5EF4-FFF2-40B4-BE49-F238E27FC236}">
                <a16:creationId xmlns:a16="http://schemas.microsoft.com/office/drawing/2014/main" id="{BB8C22E1-E317-84DE-8D3D-93F1009D05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6072" y="2112264"/>
            <a:ext cx="2618541" cy="4197096"/>
          </a:xfrm>
        </p:spPr>
        <p:txBody>
          <a:bodyPr rtlCol="0"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8" name="Marcador de posición de contenido 7">
            <a:extLst>
              <a:ext uri="{FF2B5EF4-FFF2-40B4-BE49-F238E27FC236}">
                <a16:creationId xmlns:a16="http://schemas.microsoft.com/office/drawing/2014/main" id="{97DB1F03-8346-3188-F1C7-B0A5E86F630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38728" y="2112264"/>
            <a:ext cx="2618541" cy="41970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9" name="Imagen 8" descr="Un líquido colorido con una línea morada&#10;&#10;Descripción generada automáticamente con confianza media">
            <a:extLst>
              <a:ext uri="{FF2B5EF4-FFF2-40B4-BE49-F238E27FC236}">
                <a16:creationId xmlns:a16="http://schemas.microsoft.com/office/drawing/2014/main" id="{EFF156F3-9A7D-EAA4-4F00-E693C2A3F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85" b="-8059"/>
          <a:stretch/>
        </p:blipFill>
        <p:spPr>
          <a:xfrm rot="5400000">
            <a:off x="6813632" y="1479632"/>
            <a:ext cx="3355938" cy="740079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6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539496"/>
            <a:ext cx="6038397" cy="1435608"/>
          </a:xfrm>
        </p:spPr>
        <p:txBody>
          <a:bodyPr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6" name="Marcador de contenido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2112264"/>
            <a:ext cx="2880567" cy="4197096"/>
          </a:xfrm>
        </p:spPr>
        <p:txBody>
          <a:bodyPr rtlCol="0"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8" name="Marcador de posición de contenido 7">
            <a:extLst>
              <a:ext uri="{FF2B5EF4-FFF2-40B4-BE49-F238E27FC236}">
                <a16:creationId xmlns:a16="http://schemas.microsoft.com/office/drawing/2014/main" id="{793AEFBC-F09B-894B-CD7A-F9C372585AF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70065" y="2112264"/>
            <a:ext cx="3118104" cy="41970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Imagen 13" descr="Un líquido colorido con una línea morada&#10;&#10;Descripción generada automáticamente con confianza media">
            <a:extLst>
              <a:ext uri="{FF2B5EF4-FFF2-40B4-BE49-F238E27FC236}">
                <a16:creationId xmlns:a16="http://schemas.microsoft.com/office/drawing/2014/main" id="{EAB3AD9D-9B13-188E-617D-F178259609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022196" y="2022197"/>
            <a:ext cx="6858000" cy="2813606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757D6059-8E17-ABF1-8456-C15CE400B55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 flipV="1">
            <a:off x="1635889" y="4247231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7647433-270D-5D45-29E0-608311CA9701}"/>
              </a:ext>
            </a:extLst>
          </p:cNvPr>
          <p:cNvSpPr>
            <a:spLocks/>
          </p:cNvSpPr>
          <p:nvPr userDrawn="1"/>
        </p:nvSpPr>
        <p:spPr>
          <a:xfrm>
            <a:off x="5621925" y="1468626"/>
            <a:ext cx="4641637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F4F7496-C504-BB47-EC59-97AAA92A07B8}"/>
              </a:ext>
            </a:extLst>
          </p:cNvPr>
          <p:cNvSpPr/>
          <p:nvPr userDrawn="1"/>
        </p:nvSpPr>
        <p:spPr>
          <a:xfrm>
            <a:off x="803567" y="1460959"/>
            <a:ext cx="4641638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14" name="Imagen 13" descr="Un líquido colorido con una línea morada&#10;&#10;Descripción generada automáticamente con confianza media">
            <a:extLst>
              <a:ext uri="{FF2B5EF4-FFF2-40B4-BE49-F238E27FC236}">
                <a16:creationId xmlns:a16="http://schemas.microsoft.com/office/drawing/2014/main" id="{32B92FA5-A482-D296-0300-0D794E5A1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08"/>
          <a:stretch/>
        </p:blipFill>
        <p:spPr>
          <a:xfrm rot="10800000">
            <a:off x="0" y="4603898"/>
            <a:ext cx="6148843" cy="22541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279208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5" name="Marcador de contenido 13">
            <a:extLst>
              <a:ext uri="{FF2B5EF4-FFF2-40B4-BE49-F238E27FC236}">
                <a16:creationId xmlns:a16="http://schemas.microsoft.com/office/drawing/2014/main" id="{98A1FC94-DC76-4D72-16F0-88E8D6196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15568" y="1883664"/>
            <a:ext cx="4014216" cy="3511296"/>
          </a:xfrm>
        </p:spPr>
        <p:txBody>
          <a:bodyPr rtlCol="0"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defRPr lang="en-US" sz="1400" b="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/>
              <a:t>Haga clic para modificar los estilos de texto del patrón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/>
              <a:t>Segundo nivel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/>
              <a:t>Tercer nivel</a:t>
            </a: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81E2BE2C-1D19-F2FC-F91E-A2C7332586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883664"/>
            <a:ext cx="4014216" cy="3511296"/>
          </a:xfrm>
        </p:spPr>
        <p:txBody>
          <a:bodyPr rtlCol="0"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1400" b="1"/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buClr>
                <a:schemeClr val="tx2"/>
              </a:buClr>
              <a:defRPr sz="1200"/>
            </a:lvl4pPr>
            <a:lvl5pPr>
              <a:buClr>
                <a:schemeClr val="tx2"/>
              </a:buClr>
              <a:defRPr sz="12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128C8D-2511-191A-0965-7E441EDA27B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8D4E08F2-413A-87D7-FC7E-FA7C3282F7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BE8ED2-48AE-58D3-898D-1C9D6D65A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2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6" y="539496"/>
            <a:ext cx="6958584" cy="1435608"/>
          </a:xfrm>
        </p:spPr>
        <p:txBody>
          <a:bodyPr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Marcador de contenido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1965960"/>
            <a:ext cx="6629400" cy="85953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11" name="Marcador de posición de tabla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4039564" y="2962656"/>
            <a:ext cx="6539835" cy="3227387"/>
          </a:xfrm>
        </p:spPr>
        <p:txBody>
          <a:bodyPr rtlCol="0">
            <a:normAutofit/>
          </a:bodyPr>
          <a:lstStyle>
            <a:lvl1pPr>
              <a:defRPr sz="1800"/>
            </a:lvl1pPr>
          </a:lstStyle>
          <a:p>
            <a:pPr rtl="0"/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20" name="Imagen 19" descr="Un degradado de colores sobre fondo negro&#10;&#10;Descripción generada automáticamente">
            <a:extLst>
              <a:ext uri="{FF2B5EF4-FFF2-40B4-BE49-F238E27FC236}">
                <a16:creationId xmlns:a16="http://schemas.microsoft.com/office/drawing/2014/main" id="{24AE729D-8A2D-FEFD-3B1F-8025FBBDD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219" t="5197"/>
          <a:stretch>
            <a:fillRect/>
          </a:stretch>
        </p:blipFill>
        <p:spPr>
          <a:xfrm rot="14400000">
            <a:off x="-2171467" y="2562333"/>
            <a:ext cx="6626421" cy="4182149"/>
          </a:xfrm>
          <a:custGeom>
            <a:avLst/>
            <a:gdLst>
              <a:gd name="connsiteX0" fmla="*/ 6626421 w 6626421"/>
              <a:gd name="connsiteY0" fmla="*/ 4182149 h 4182149"/>
              <a:gd name="connsiteX1" fmla="*/ 1319145 w 6626421"/>
              <a:gd name="connsiteY1" fmla="*/ 4182149 h 4182149"/>
              <a:gd name="connsiteX2" fmla="*/ 0 w 6626421"/>
              <a:gd name="connsiteY2" fmla="*/ 3420540 h 4182149"/>
              <a:gd name="connsiteX3" fmla="*/ 1974850 w 6626421"/>
              <a:gd name="connsiteY3" fmla="*/ 0 h 4182149"/>
              <a:gd name="connsiteX4" fmla="*/ 6626421 w 6626421"/>
              <a:gd name="connsiteY4" fmla="*/ 2685586 h 418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6421" h="4182149">
                <a:moveTo>
                  <a:pt x="6626421" y="4182149"/>
                </a:moveTo>
                <a:lnTo>
                  <a:pt x="1319145" y="4182149"/>
                </a:lnTo>
                <a:lnTo>
                  <a:pt x="0" y="3420540"/>
                </a:lnTo>
                <a:lnTo>
                  <a:pt x="1974850" y="0"/>
                </a:lnTo>
                <a:lnTo>
                  <a:pt x="6626421" y="2685586"/>
                </a:lnTo>
                <a:close/>
              </a:path>
            </a:pathLst>
          </a:cu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2DA2EC6-9201-16D6-4C20-0FB5854C2C3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273050" y="251298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435608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11" name="Marcador de posición de tabla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804672" y="1472184"/>
            <a:ext cx="9537192" cy="3922776"/>
          </a:xfrm>
        </p:spPr>
        <p:txBody>
          <a:bodyPr rtlCol="0">
            <a:normAutofit/>
          </a:bodyPr>
          <a:lstStyle>
            <a:lvl1pPr>
              <a:defRPr sz="1800"/>
            </a:lvl1pPr>
          </a:lstStyle>
          <a:p>
            <a:pPr rtl="0"/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8" name="Imagen 7" descr="Un líquido colorido con fondo negro&#10;&#10;Descripción generada automáticamente con confianza media">
            <a:extLst>
              <a:ext uri="{FF2B5EF4-FFF2-40B4-BE49-F238E27FC236}">
                <a16:creationId xmlns:a16="http://schemas.microsoft.com/office/drawing/2014/main" id="{B9D6252C-CE9A-ABBD-43D8-62F708B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-3380" y="5552387"/>
            <a:ext cx="3785031" cy="1310811"/>
          </a:xfrm>
          <a:prstGeom prst="rect">
            <a:avLst/>
          </a:prstGeom>
        </p:spPr>
      </p:pic>
      <p:pic>
        <p:nvPicPr>
          <p:cNvPr id="9" name="Imagen 8" descr="Un líquido colorido con una línea morada&#10;&#10;Descripción generada automáticamente con confianza media">
            <a:extLst>
              <a:ext uri="{FF2B5EF4-FFF2-40B4-BE49-F238E27FC236}">
                <a16:creationId xmlns:a16="http://schemas.microsoft.com/office/drawing/2014/main" id="{C975A1D6-EEFF-C8C1-AC72-68C09285D5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686580" y="-9167"/>
            <a:ext cx="5538171" cy="22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3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21AC4E5-2B89-481E-46B9-A867F5699CEE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Imagen 13" descr="Un degradado de colores sobre fondo negro&#10;&#10;Descripción generada automáticamente">
            <a:extLst>
              <a:ext uri="{FF2B5EF4-FFF2-40B4-BE49-F238E27FC236}">
                <a16:creationId xmlns:a16="http://schemas.microsoft.com/office/drawing/2014/main" id="{C425D3D8-6FFB-E26C-2DDC-EAE565DDDD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76" t="13872" r="4114" b="8199"/>
          <a:stretch/>
        </p:blipFill>
        <p:spPr>
          <a:xfrm rot="10800000">
            <a:off x="-2" y="-2"/>
            <a:ext cx="10838727" cy="685800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2B0B6FA5-0AFE-69A5-2CE6-27D1CBF5F0F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3365" y="1390616"/>
            <a:ext cx="849017" cy="978035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CA221E3-E5C1-6778-BDF2-B5527950BB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2015" y="4219529"/>
            <a:ext cx="849017" cy="978035"/>
          </a:xfrm>
          <a:prstGeom prst="rect">
            <a:avLst/>
          </a:prstGeom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8EF24DD3-EDCB-7DE8-426A-6EFA267D6B0C}"/>
              </a:ext>
            </a:extLst>
          </p:cNvPr>
          <p:cNvSpPr/>
          <p:nvPr userDrawn="1"/>
        </p:nvSpPr>
        <p:spPr>
          <a:xfrm>
            <a:off x="4233672" y="152704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 rtlCol="0"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8" name="Marcador de posición de imagen 11">
            <a:extLst>
              <a:ext uri="{FF2B5EF4-FFF2-40B4-BE49-F238E27FC236}">
                <a16:creationId xmlns:a16="http://schemas.microsoft.com/office/drawing/2014/main" id="{5958D5F2-B610-B25E-1D2D-71EC79D2A9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400" y="1645920"/>
            <a:ext cx="2377440" cy="237744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65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65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" noProof="0"/>
              <a:t>Haga clic para modificar los estilos de texto del patrón</a:t>
            </a:r>
          </a:p>
          <a:p>
            <a:pPr lvl="1" rtl="0"/>
            <a:r>
              <a:rPr lang="es" noProof="0"/>
              <a:t>Segundo nivel</a:t>
            </a:r>
          </a:p>
          <a:p>
            <a:pPr lvl="2" rtl="0"/>
            <a:r>
              <a:rPr lang="es" noProof="0"/>
              <a:t>Tercer nivel</a:t>
            </a:r>
          </a:p>
          <a:p>
            <a:pPr lvl="3" rtl="0"/>
            <a:r>
              <a:rPr lang="es" noProof="0"/>
              <a:t>Cuarto nivel</a:t>
            </a:r>
          </a:p>
          <a:p>
            <a:pPr lvl="4" rtl="0"/>
            <a:r>
              <a:rPr lang="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10260076" y="3233420"/>
            <a:ext cx="3098800" cy="594360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ctr">
              <a:defRPr sz="12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274552" y="5632704"/>
            <a:ext cx="1069848" cy="59436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4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rtl="0"/>
            <a:fld id="{98C0CDE5-970C-4CC4-BF43-0DA127E73E82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51359C3-8CE4-C25B-8E46-AFFF9EADFF92}"/>
              </a:ext>
            </a:extLst>
          </p:cNvPr>
          <p:cNvCxnSpPr/>
          <p:nvPr/>
        </p:nvCxnSpPr>
        <p:spPr>
          <a:xfrm>
            <a:off x="11091672" y="0"/>
            <a:ext cx="0" cy="684570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D9B11C67-3806-82B6-01D7-1583184D5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161152" y="745184"/>
            <a:ext cx="1296648" cy="59436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s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403D7F5-3FA4-3B64-ACA2-1AB08CD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18" y="2474221"/>
            <a:ext cx="5221225" cy="2121408"/>
          </a:xfrm>
        </p:spPr>
        <p:txBody>
          <a:bodyPr rtlCol="0" anchor="ctr">
            <a:normAutofit/>
          </a:bodyPr>
          <a:lstStyle/>
          <a:p>
            <a:pPr rtl="0"/>
            <a:r>
              <a:rPr lang="es" sz="4000" dirty="0"/>
              <a:t>Actividad 1</a:t>
            </a:r>
            <a:br>
              <a:rPr lang="es" sz="4000" dirty="0"/>
            </a:br>
            <a:r>
              <a:rPr lang="es" sz="4000" dirty="0"/>
              <a:t>CAMARA OSCURA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36B01B-DE7D-585A-C0BE-DA7F5414E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512" y="352813"/>
            <a:ext cx="3539646" cy="2168033"/>
          </a:xfrm>
          <a:prstGeom prst="rect">
            <a:avLst/>
          </a:pr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3432D3B-7296-AED8-C293-21622AFC05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98C0CDE5-970C-4CC4-BF43-0DA127E73E82}" type="slidenum">
              <a:rPr lang="en-US" smtClean="0"/>
              <a:pPr rtl="0"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2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DDFE2EB-E85E-8271-3745-DEF147D6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 rtlCol="0"/>
          <a:lstStyle/>
          <a:p>
            <a:pPr rtl="0"/>
            <a:r>
              <a:rPr lang="es" dirty="0"/>
              <a:t>Armando…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0638B27-041F-BD6A-8806-A076B415515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76357" y="440870"/>
            <a:ext cx="4082144" cy="6023937"/>
          </a:xfrm>
          <a:prstGeom prst="rect">
            <a:avLst/>
          </a:prstGeom>
        </p:spPr>
      </p:pic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0860C5A9-5FB1-4852-0619-9ACA3D519B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3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BD3D-56C0-2F0B-554C-3A2FB50A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8B466E1-6BBF-DC38-56EE-45C9E35A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194560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Sorteando problemas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DB800CFA-07A6-D9E8-6828-873E2EF2A1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3</a:t>
            </a:fld>
            <a:endParaRPr lang="en-US" dirty="0"/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7C3CF3CB-1CA6-F119-4C9B-8B0F1C68D19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76357" y="440870"/>
            <a:ext cx="4082143" cy="60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8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55623-7E51-2885-1D77-1B1DC2C2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E0A37B9-29AF-DD9D-6AFD-D5ECB17B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194560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Continuando…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0033D876-A11A-019E-3B6D-A369440ED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4</a:t>
            </a:fld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F2D377D-7A92-914B-8A41-D8C93E58844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76357" y="1068917"/>
            <a:ext cx="4082144" cy="49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477AD-1B09-9D12-71F7-982E43A0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BABFA72-29D2-0AA0-56F2-88B14B6D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194560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Tomando forma…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2C0C7FB5-338F-D8B4-C5DE-C06D6AA197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5</a:t>
            </a:fld>
            <a:endParaRPr lang="en-US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439A544-FE0C-A07C-E95D-9B3D5F23F69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841671" y="571500"/>
            <a:ext cx="4016829" cy="569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3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B2AC-A633-E0DA-44FA-23C89C22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1B9BE4-3C75-BCD4-857C-23F73BC4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194560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Terminado!!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D8F7AF5A-6D28-CD69-2A79-A81087A3B3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6</a:t>
            </a:fld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1917FC6-0C57-60C8-A641-EEFBE25B801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60029" y="587829"/>
            <a:ext cx="4098471" cy="56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0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7302-1D85-4D43-A5C7-D842276B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F0FB6DF-1D8E-6F91-E4CB-9E1F7478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368296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Ensamblado y listo </a:t>
            </a:r>
            <a:br>
              <a:rPr lang="es" dirty="0"/>
            </a:br>
            <a:r>
              <a:rPr lang="es" dirty="0"/>
              <a:t>para usar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A640ACE7-171C-C7EC-3FEF-1A1731987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7</a:t>
            </a:fld>
            <a:endParaRPr lang="en-US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645FEFD-FC26-EFE8-CB3D-B954CF20E5A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76357" y="506186"/>
            <a:ext cx="4082143" cy="57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64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12EFF-ED18-4E21-176F-370C70AD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0103B9A-14FD-8357-7423-AF2AE5009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368296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Imagén 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F8AA1A64-0D4C-CDAE-C3E3-EE3A8B89D3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8</a:t>
            </a:fld>
            <a:endParaRPr lang="en-US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E21FC72-B38F-EB07-F097-606FCA2F8DE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6776357" y="506186"/>
            <a:ext cx="4082143" cy="57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643F-0ACF-ECB6-5E3D-5EDB57F1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6E31423-F500-D63C-9D9B-E83A1E21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5" y="2368296"/>
            <a:ext cx="4339481" cy="2121408"/>
          </a:xfrm>
        </p:spPr>
        <p:txBody>
          <a:bodyPr rtlCol="0"/>
          <a:lstStyle/>
          <a:p>
            <a:pPr rtl="0"/>
            <a:r>
              <a:rPr lang="es" dirty="0"/>
              <a:t>Imagén observada</a:t>
            </a:r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32780E43-8669-66B1-4D77-4AD7449666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 rtl="0"/>
              <a:t>9</a:t>
            </a:fld>
            <a:endParaRPr lang="en-US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94889824-275C-74AC-61CE-380C8A6C07E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6776357" y="506186"/>
            <a:ext cx="4082143" cy="57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3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6B60F6F-E490-BF7A-A8DB-59FD2206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 rtlCol="0" anchor="ctr">
            <a:normAutofit/>
          </a:bodyPr>
          <a:lstStyle/>
          <a:p>
            <a:pPr rtl="0"/>
            <a:r>
              <a:rPr lang="es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64380172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415">
      <a:dk1>
        <a:srgbClr val="3B3B3B"/>
      </a:dk1>
      <a:lt1>
        <a:sysClr val="window" lastClr="FFFFFF"/>
      </a:lt1>
      <a:dk2>
        <a:srgbClr val="262626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7030A0"/>
      </a:accent4>
      <a:accent5>
        <a:srgbClr val="B92AD6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">
      <a:majorFont>
        <a:latin typeface="Narkisim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6931380_Win32" id="{6B456B74-8CEA-4201-9BC5-2B237C18F3FB}" vid="{5213AD82-2D01-430F-81E3-EED784FF473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A27D8E-DE3D-481C-905D-44ADCF801F7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6450B55-B496-4B49-9DD2-B71AB023CA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9F46F3-DDE7-46C7-84BC-59C1156F2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{9A2022FA-81DE-467A-8BCC-E994462B4D32}TFfce9fe92-2619-405a-9e63-a7675eac545a988b32de_win32-61bf9f5de03a</Template>
  <TotalTime>57</TotalTime>
  <Words>35</Words>
  <Application>Microsoft Office PowerPoint</Application>
  <PresentationFormat>Panorámica</PresentationFormat>
  <Paragraphs>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Franklin Gothic Book</vt:lpstr>
      <vt:lpstr>Narkisim</vt:lpstr>
      <vt:lpstr>Tenorite</vt:lpstr>
      <vt:lpstr>Personalizar</vt:lpstr>
      <vt:lpstr>Actividad 1 CAMARA OSCURA</vt:lpstr>
      <vt:lpstr>Armando…</vt:lpstr>
      <vt:lpstr>Sorteando problemas</vt:lpstr>
      <vt:lpstr>Continuando…</vt:lpstr>
      <vt:lpstr>Tomando forma…</vt:lpstr>
      <vt:lpstr>Terminado!!</vt:lpstr>
      <vt:lpstr>Ensamblado y listo  para usar</vt:lpstr>
      <vt:lpstr>Imagén </vt:lpstr>
      <vt:lpstr>Imagén observada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Vega</dc:creator>
  <cp:lastModifiedBy>Sebastian Vega</cp:lastModifiedBy>
  <cp:revision>1</cp:revision>
  <dcterms:created xsi:type="dcterms:W3CDTF">2026-04-01T23:33:49Z</dcterms:created>
  <dcterms:modified xsi:type="dcterms:W3CDTF">2026-04-02T00:30:49Z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