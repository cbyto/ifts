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9"/>
  </p:notesMasterIdLst>
  <p:handoutMasterIdLst>
    <p:handoutMasterId r:id="rId10"/>
  </p:handoutMasterIdLst>
  <p:sldIdLst>
    <p:sldId id="312" r:id="rId5"/>
    <p:sldId id="304" r:id="rId6"/>
    <p:sldId id="322" r:id="rId7"/>
    <p:sldId id="323" r:id="rId8"/>
  </p:sldIdLst>
  <p:sldSz cx="12192000" cy="6858000"/>
  <p:notesSz cx="13716000" cy="24384000"/>
  <p:defaultTextStyle>
    <a:defPPr rtl="0">
      <a:defRPr lang="es-ES"/>
    </a:defPPr>
    <a:lvl1pPr marL="0" algn="l" defTabSz="4572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5388" autoAdjust="0"/>
  </p:normalViewPr>
  <p:slideViewPr>
    <p:cSldViewPr snapToGrid="0" snapToObjects="1">
      <p:cViewPr varScale="1">
        <p:scale>
          <a:sx n="59" d="100"/>
          <a:sy n="59" d="100"/>
        </p:scale>
        <p:origin x="282" y="28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33" d="100"/>
          <a:sy n="33" d="100"/>
        </p:scale>
        <p:origin x="432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767BD183-736A-4504-B3CD-6B8127DC0F2B}" type="datetimeyyyy">
              <a:rPr lang="es-ES" smtClean="0"/>
              <a:t>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420BD0AB-C59E-4A46-83D3-F07787446BA0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es-ES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es-ES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es-ES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es-ES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es-ES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es-ES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es-ES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es-ES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es-ES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96287-BA32-B428-6A58-8C8777F3C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ABAA28A-FE79-9A08-019E-90CEC00DA7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87041AE-DCFD-E81C-CEA2-FA7350EA0C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877874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36540-1CA5-9A53-CAE9-7AFBC3C0A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D388EAF-FFD1-D3BB-CC76-68B30566C2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017FAF3-0396-1E62-81D7-670F3785F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6969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n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20" name="Forma libre: Forma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orma libre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8" name="Forma libre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orma libre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1" name="Forma libre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4" name="Imagen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es-ES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es-ES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es-ES" sz="1800"/>
            </a:lvl3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es-ES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ció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sz="45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sz="1600" dirty="0"/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orma libre: Forma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lvl="0" rtl="0"/>
              <a:endParaRPr lang="es-ES" dirty="0"/>
            </a:p>
          </p:txBody>
        </p:sp>
        <p:sp>
          <p:nvSpPr>
            <p:cNvPr id="15" name="Forma libre: Forma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lvl="0" rtl="0"/>
              <a:endParaRPr lang="es-E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n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2" name="Título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es-ES" sz="3600" b="1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es-ES" sz="1800"/>
            </a:lvl1pPr>
          </a:lstStyle>
          <a:p>
            <a:pPr lvl="0" rtl="0"/>
            <a:r>
              <a:rPr lang="es-ES"/>
              <a:t>Haga clic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sz="450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sz="1600" dirty="0"/>
          </a:p>
        </p:txBody>
      </p:sp>
      <p:sp>
        <p:nvSpPr>
          <p:cNvPr id="36" name="Forma libre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33" name="Forma libre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lvl="0" algn="ctr" rtl="0"/>
            <a:endParaRPr lang="es-ES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es-ES" sz="3600"/>
            </a:lvl1pPr>
          </a:lstStyle>
          <a:p>
            <a:pPr rtl="0"/>
            <a:r>
              <a:rPr lang="es-ES"/>
              <a:t>Haga clic para agregar texto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s-ES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es-ES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es-ES" sz="2400"/>
            </a:lvl3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</p:txBody>
      </p:sp>
      <p:sp>
        <p:nvSpPr>
          <p:cNvPr id="52" name="Marcador de posición de imagen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es-ES" sz="1800"/>
            </a:lvl1pPr>
          </a:lstStyle>
          <a:p>
            <a:pPr lvl="0" rtl="0"/>
            <a:r>
              <a:rPr lang="es-ES"/>
              <a:t>Haga clic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n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53" name="Forma libre: Forma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29" name="Forma libre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31" name="Forma libre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33" name="Imagen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es-ES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3" name="Marcador de contenido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es-ES" sz="1800"/>
            </a:lvl1pPr>
            <a:lvl2pPr>
              <a:spcBef>
                <a:spcPts val="1000"/>
              </a:spcBef>
              <a:defRPr lang="es-ES" sz="1800"/>
            </a:lvl2pPr>
            <a:lvl3pPr>
              <a:spcBef>
                <a:spcPts val="1000"/>
              </a:spcBef>
              <a:defRPr lang="es-ES" sz="1800"/>
            </a:lvl3pPr>
            <a:lvl4pPr>
              <a:spcBef>
                <a:spcPts val="1000"/>
              </a:spcBef>
              <a:defRPr lang="es-ES" sz="1800"/>
            </a:lvl4pPr>
            <a:lvl5pPr>
              <a:spcBef>
                <a:spcPts val="1000"/>
              </a:spcBef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8" name="Marcador de número de diapositiva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es-ES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ció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ítulo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1" name="Imagen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pic>
        <p:nvPicPr>
          <p:cNvPr id="13" name="Imagen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orma libre: Forma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17" name="Imagen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pic>
        <p:nvPicPr>
          <p:cNvPr id="19" name="Imagen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Marcador de número de diapositiva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es-ES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s-ES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es-ES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es-ES" sz="2400"/>
            </a:lvl3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orma libre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18" name="Forma libre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14" name="Forma libre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16" name="Forma libre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20" name="Título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9" name="Marcador de número de diapositiva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es-ES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23" name="Marcador de contenido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es-ES" sz="1800"/>
            </a:lvl1pPr>
            <a:lvl2pPr marL="283464" indent="-283464">
              <a:spcBef>
                <a:spcPts val="1000"/>
              </a:spcBef>
              <a:defRPr lang="es-ES" sz="1800"/>
            </a:lvl2pPr>
            <a:lvl3pPr marL="283464" indent="-283464">
              <a:spcBef>
                <a:spcPts val="1000"/>
              </a:spcBef>
              <a:defRPr lang="es-ES" sz="1800"/>
            </a:lvl3pPr>
            <a:lvl4pPr marL="283464" indent="-283464">
              <a:spcBef>
                <a:spcPts val="1000"/>
              </a:spcBef>
              <a:defRPr lang="es-ES" sz="1800"/>
            </a:lvl4pPr>
            <a:lvl5pPr marL="283464" indent="-283464">
              <a:spcBef>
                <a:spcPts val="1000"/>
              </a:spcBef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25" name="Marcador de contenido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es-ES" sz="1800"/>
            </a:lvl1pPr>
            <a:lvl2pPr marL="283464" indent="-283464">
              <a:spcBef>
                <a:spcPts val="1000"/>
              </a:spcBef>
              <a:defRPr lang="es-ES" sz="1800"/>
            </a:lvl2pPr>
            <a:lvl3pPr marL="283464" indent="-283464">
              <a:spcBef>
                <a:spcPts val="1000"/>
              </a:spcBef>
              <a:defRPr lang="es-ES" sz="1800"/>
            </a:lvl3pPr>
            <a:lvl4pPr marL="283464" indent="-283464">
              <a:spcBef>
                <a:spcPts val="1000"/>
              </a:spcBef>
              <a:defRPr lang="es-ES" sz="1800"/>
            </a:lvl4pPr>
            <a:lvl5pPr marL="283464" indent="-283464">
              <a:spcBef>
                <a:spcPts val="1000"/>
              </a:spcBef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cala de tiemp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ángulo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sz="450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sz="16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es-ES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es-ES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es-ES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es-ES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es-ES" sz="1800"/>
            </a:lvl4pPr>
            <a:lvl5pPr indent="-283464">
              <a:spcBef>
                <a:spcPts val="1000"/>
              </a:spcBef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es-ES" sz="1800"/>
            </a:lvl1pPr>
            <a:lvl2pPr indent="-283464">
              <a:spcBef>
                <a:spcPts val="1000"/>
              </a:spcBef>
              <a:defRPr lang="es-ES" sz="1800"/>
            </a:lvl2pPr>
            <a:lvl3pPr indent="-283464">
              <a:spcBef>
                <a:spcPts val="1000"/>
              </a:spcBef>
              <a:defRPr lang="es-ES" sz="1800"/>
            </a:lvl3pPr>
            <a:lvl4pPr indent="-283464">
              <a:spcBef>
                <a:spcPts val="1000"/>
              </a:spcBef>
              <a:defRPr lang="es-ES" sz="1800"/>
            </a:lvl4pPr>
            <a:lvl5pPr indent="-283464">
              <a:spcBef>
                <a:spcPts val="1000"/>
              </a:spcBef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31" name="Marcador de posición de imagen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es-ES" sz="1800"/>
            </a:lvl1pPr>
          </a:lstStyle>
          <a:p>
            <a:pPr lvl="0" rtl="0"/>
            <a:r>
              <a:rPr lang="es-ES"/>
              <a:t>Haga clic para agregar una imagen</a:t>
            </a:r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orma libre: Forma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lvl="0" rtl="0"/>
              <a:endParaRPr lang="es-ES" dirty="0"/>
            </a:p>
          </p:txBody>
        </p:sp>
        <p:sp>
          <p:nvSpPr>
            <p:cNvPr id="21" name="Forma libre: Forma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lvl="0" rtl="0"/>
              <a:endParaRPr lang="es-ES" dirty="0">
                <a:solidFill>
                  <a:schemeClr val="tx1"/>
                </a:solidFill>
              </a:endParaRPr>
            </a:p>
          </p:txBody>
        </p:sp>
        <p:sp>
          <p:nvSpPr>
            <p:cNvPr id="22" name="Forma libre: Forma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s-ES"/>
              </a:defPPr>
            </a:lstStyle>
            <a:p>
              <a:pPr lvl="0" rtl="0"/>
              <a:endParaRPr lang="es-E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n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44" name="Marcador de número de diapositiva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es-ES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a libre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26" name="Imagen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14" name="Forma libre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pic>
        <p:nvPicPr>
          <p:cNvPr id="21" name="Imagen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orma libre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es-ES" sz="3600" b="1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0" name="Marcador de contenido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s-ES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es-ES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es-ES" sz="2400"/>
            </a:lvl3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es-ES" sz="1800"/>
            </a:lvl1pPr>
          </a:lstStyle>
          <a:p>
            <a:pPr rtl="0"/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20" name="Marcador de número de diapositiva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es-ES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cala de tiemp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a libre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/>
          </a:p>
        </p:txBody>
      </p:sp>
      <p:sp>
        <p:nvSpPr>
          <p:cNvPr id="10" name="Forma libre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30" name="Imagen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es-ES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4" name="Marcador de texto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s-ES" sz="1800"/>
            </a:lvl1pPr>
          </a:lstStyle>
          <a:p>
            <a:pPr rtl="0"/>
            <a:r>
              <a:rPr lang="es-ES"/>
              <a:t>Haga clic para agregar un subtítulo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es-ES" sz="1800"/>
            </a:lvl1pPr>
            <a:lvl2pPr>
              <a:defRPr lang="es-ES" sz="1800"/>
            </a:lvl2pPr>
            <a:lvl3pPr>
              <a:defRPr lang="es-ES" sz="1800"/>
            </a:lvl3pPr>
            <a:lvl4pPr>
              <a:defRPr lang="es-ES" sz="1800"/>
            </a:lvl4pPr>
            <a:lvl5pPr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20" name="Marcador de número de diapositiva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es-ES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áfico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es-ES" sz="3600" b="1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49" name="Forma libre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16" name="Marcador de contenido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es-ES" sz="1800"/>
            </a:lvl1pPr>
            <a:lvl2pPr>
              <a:spcBef>
                <a:spcPts val="1000"/>
              </a:spcBef>
              <a:defRPr lang="es-ES" sz="1800"/>
            </a:lvl2pPr>
            <a:lvl3pPr>
              <a:spcBef>
                <a:spcPts val="1000"/>
              </a:spcBef>
              <a:defRPr lang="es-ES" sz="1800"/>
            </a:lvl3pPr>
            <a:lvl4pPr>
              <a:spcBef>
                <a:spcPts val="1000"/>
              </a:spcBef>
              <a:defRPr lang="es-ES" sz="1800"/>
            </a:lvl4pPr>
            <a:lvl5pPr>
              <a:spcBef>
                <a:spcPts val="1000"/>
              </a:spcBef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8" name="Marcador de contenido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es-ES" sz="1800"/>
            </a:lvl1pPr>
            <a:lvl2pPr>
              <a:spcBef>
                <a:spcPts val="1000"/>
              </a:spcBef>
              <a:defRPr lang="es-ES" sz="1800"/>
            </a:lvl2pPr>
            <a:lvl3pPr>
              <a:spcBef>
                <a:spcPts val="1000"/>
              </a:spcBef>
              <a:defRPr lang="es-ES" sz="1800"/>
            </a:lvl3pPr>
            <a:lvl4pPr>
              <a:spcBef>
                <a:spcPts val="1000"/>
              </a:spcBef>
              <a:defRPr lang="es-ES" sz="1800"/>
            </a:lvl4pPr>
            <a:lvl5pPr>
              <a:spcBef>
                <a:spcPts val="1000"/>
              </a:spcBef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27" name="Marcador de número de diapositiva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es-ES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es-ES" smtClean="0"/>
              <a:pPr rtl="0"/>
              <a:t>‹Nº›</a:t>
            </a:fld>
            <a:endParaRPr lang="es-ES" dirty="0"/>
          </a:p>
        </p:txBody>
      </p:sp>
      <p:pic>
        <p:nvPicPr>
          <p:cNvPr id="43" name="Gráfico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áfico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n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cala de tiemp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ángulo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sz="450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sz="16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es-ES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4" name="Marcador de contenido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es-ES" sz="1800"/>
            </a:lvl1pPr>
            <a:lvl2pPr>
              <a:spcBef>
                <a:spcPts val="1000"/>
              </a:spcBef>
              <a:defRPr lang="es-ES" sz="1800"/>
            </a:lvl2pPr>
            <a:lvl3pPr>
              <a:spcBef>
                <a:spcPts val="1000"/>
              </a:spcBef>
              <a:defRPr lang="es-ES" sz="1800"/>
            </a:lvl3pPr>
            <a:lvl4pPr>
              <a:spcBef>
                <a:spcPts val="1000"/>
              </a:spcBef>
              <a:defRPr lang="es-ES" sz="1800"/>
            </a:lvl4pPr>
            <a:lvl5pPr>
              <a:spcBef>
                <a:spcPts val="1000"/>
              </a:spcBef>
              <a:defRPr lang="es-ES" sz="180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6" name="Marcador de número de diapositiva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es-ES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bre: Forma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pic>
        <p:nvPicPr>
          <p:cNvPr id="9" name="Imagen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es-ES" sz="2400"/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es-ES"/>
            </a:def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es-ES">
                <a:latin typeface="+mn-lt"/>
              </a:defRPr>
            </a:lvl1pPr>
          </a:lstStyle>
          <a:p>
            <a:pPr rtl="0"/>
            <a:fld id="{48F63A3B-78C7-47BE-AE5E-E10140E04643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bre: Forma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es-ES">
                <a:latin typeface="+mn-lt"/>
              </a:defRPr>
            </a:lvl1pPr>
          </a:lstStyle>
          <a:p>
            <a:pPr rtl="0"/>
            <a:fld id="{48F63A3B-78C7-47BE-AE5E-E10140E04643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es-ES">
                <a:latin typeface="+mn-lt"/>
              </a:defRPr>
            </a:lvl1pPr>
          </a:lstStyle>
          <a:p>
            <a:pPr rtl="0"/>
            <a:fld id="{48F63A3B-78C7-47BE-AE5E-E10140E04643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es-ES" sz="1600"/>
            </a:lvl1pPr>
            <a:lvl2pPr marL="457200" indent="0">
              <a:buNone/>
              <a:defRPr lang="es-ES" sz="1400"/>
            </a:lvl2pPr>
            <a:lvl3pPr marL="914400" indent="0">
              <a:buNone/>
              <a:defRPr lang="es-ES" sz="1200"/>
            </a:lvl3pPr>
            <a:lvl4pPr marL="1371600" indent="0">
              <a:buNone/>
              <a:defRPr lang="es-ES" sz="1000"/>
            </a:lvl4pPr>
            <a:lvl5pPr marL="1828800" indent="0">
              <a:buNone/>
              <a:defRPr lang="es-ES" sz="1000"/>
            </a:lvl5pPr>
            <a:lvl6pPr marL="2286000" indent="0">
              <a:buNone/>
              <a:defRPr lang="es-ES" sz="1000"/>
            </a:lvl6pPr>
            <a:lvl7pPr marL="2743200" indent="0">
              <a:buNone/>
              <a:defRPr lang="es-ES" sz="1000"/>
            </a:lvl7pPr>
            <a:lvl8pPr marL="3200400" indent="0">
              <a:buNone/>
              <a:defRPr lang="es-ES" sz="1000"/>
            </a:lvl8pPr>
            <a:lvl9pPr marL="3657600" indent="0">
              <a:buNone/>
              <a:defRPr lang="es-ES" sz="1000"/>
            </a:lvl9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es-ES" sz="3200"/>
            </a:lvl1pPr>
            <a:lvl2pPr>
              <a:defRPr lang="es-ES" sz="2800"/>
            </a:lvl2pPr>
            <a:lvl3pPr>
              <a:defRPr lang="es-ES" sz="2400"/>
            </a:lvl3pPr>
            <a:lvl4pPr>
              <a:defRPr lang="es-ES" sz="2000"/>
            </a:lvl4pPr>
            <a:lvl5pPr>
              <a:defRPr lang="es-ES" sz="2000"/>
            </a:lvl5pPr>
            <a:lvl6pPr>
              <a:defRPr lang="es-ES" sz="2000"/>
            </a:lvl6pPr>
            <a:lvl7pPr>
              <a:defRPr lang="es-ES" sz="2000"/>
            </a:lvl7pPr>
            <a:lvl8pPr>
              <a:defRPr lang="es-ES" sz="2000"/>
            </a:lvl8pPr>
            <a:lvl9pPr>
              <a:defRPr lang="es-ES" sz="2000"/>
            </a:lvl9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"/>
            </a:defPPr>
          </a:lstStyle>
          <a:p>
            <a:pPr lvl="0" rtl="0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es-ES">
                <a:latin typeface="+mn-lt"/>
              </a:defRPr>
            </a:lvl1pPr>
          </a:lstStyle>
          <a:p>
            <a:pPr rtl="0"/>
            <a:fld id="{48F63A3B-78C7-47BE-AE5E-E10140E04643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es-ES" sz="1600"/>
            </a:lvl1pPr>
            <a:lvl2pPr marL="457200" indent="0">
              <a:buNone/>
              <a:defRPr lang="es-ES" sz="1400"/>
            </a:lvl2pPr>
            <a:lvl3pPr marL="914400" indent="0">
              <a:buNone/>
              <a:defRPr lang="es-ES" sz="1200"/>
            </a:lvl3pPr>
            <a:lvl4pPr marL="1371600" indent="0">
              <a:buNone/>
              <a:defRPr lang="es-ES" sz="1000"/>
            </a:lvl4pPr>
            <a:lvl5pPr marL="1828800" indent="0">
              <a:buNone/>
              <a:defRPr lang="es-ES" sz="1000"/>
            </a:lvl5pPr>
            <a:lvl6pPr marL="2286000" indent="0">
              <a:buNone/>
              <a:defRPr lang="es-ES" sz="1000"/>
            </a:lvl6pPr>
            <a:lvl7pPr marL="2743200" indent="0">
              <a:buNone/>
              <a:defRPr lang="es-ES" sz="1000"/>
            </a:lvl7pPr>
            <a:lvl8pPr marL="3200400" indent="0">
              <a:buNone/>
              <a:defRPr lang="es-ES" sz="1000"/>
            </a:lvl8pPr>
            <a:lvl9pPr marL="3657600" indent="0">
              <a:buNone/>
              <a:defRPr lang="es-ES" sz="1000"/>
            </a:lvl9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es-ES" sz="2800"/>
            </a:lvl1pPr>
            <a:lvl2pPr marL="457200" indent="0">
              <a:buNone/>
              <a:defRPr lang="es-ES" sz="2800"/>
            </a:lvl2pPr>
            <a:lvl3pPr marL="914400" indent="0">
              <a:buNone/>
              <a:defRPr lang="es-ES" sz="2400"/>
            </a:lvl3pPr>
            <a:lvl4pPr marL="1371600" indent="0">
              <a:buNone/>
              <a:defRPr lang="es-ES" sz="2000"/>
            </a:lvl4pPr>
            <a:lvl5pPr marL="1828800" indent="0">
              <a:buNone/>
              <a:defRPr lang="es-ES" sz="2000"/>
            </a:lvl5pPr>
            <a:lvl6pPr marL="2286000" indent="0">
              <a:buNone/>
              <a:defRPr lang="es-ES" sz="2000"/>
            </a:lvl6pPr>
            <a:lvl7pPr marL="2743200" indent="0">
              <a:buNone/>
              <a:defRPr lang="es-ES" sz="2000"/>
            </a:lvl7pPr>
            <a:lvl8pPr marL="3200400" indent="0">
              <a:buNone/>
              <a:defRPr lang="es-ES" sz="2000"/>
            </a:lvl8pPr>
            <a:lvl9pPr marL="3657600" indent="0">
              <a:buNone/>
              <a:defRPr lang="es-ES" sz="2000"/>
            </a:lvl9pPr>
          </a:lstStyle>
          <a:p>
            <a:pPr rtl="0"/>
            <a:r>
              <a:rPr lang="es-ES"/>
              <a:t>Haga clic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es-ES"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rtl="0"/>
            <a:fld id="{48F63A3B-78C7-47BE-AE5E-E10140E04643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es-ES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es-ES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es-ES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es-ES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es-ES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es-ES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3337" y="1185784"/>
            <a:ext cx="7325326" cy="3831221"/>
          </a:xfrm>
        </p:spPr>
        <p:txBody>
          <a:bodyPr rtlCol="0" anchor="ctr"/>
          <a:lstStyle>
            <a:defPPr>
              <a:defRPr lang="es-ES"/>
            </a:defPPr>
          </a:lstStyle>
          <a:p>
            <a:pPr rtl="0"/>
            <a:r>
              <a:rPr lang="es-ES" dirty="0"/>
              <a:t>Actividad 2</a:t>
            </a:r>
            <a:br>
              <a:rPr lang="es-ES" dirty="0"/>
            </a:br>
            <a:br>
              <a:rPr lang="es-ES" dirty="0"/>
            </a:br>
            <a:r>
              <a:rPr lang="es-ES" dirty="0"/>
              <a:t>Descomposición del movimiento en fotogramas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48F63A3B-78C7-47BE-AE5E-E10140E04643}" type="slidenum">
              <a:rPr lang="es-ES" smtClean="0"/>
              <a:pPr/>
              <a:t>2</a:t>
            </a:fld>
            <a:endParaRPr lang="es-ES" dirty="0"/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E8BD24FD-E485-7D80-2018-C8464C4C1A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5916" y="1773477"/>
            <a:ext cx="2405062" cy="3206750"/>
          </a:xfrm>
          <a:prstGeom prst="rect">
            <a:avLst/>
          </a:prstGeom>
        </p:spPr>
      </p:pic>
      <p:pic>
        <p:nvPicPr>
          <p:cNvPr id="11" name="Marcador de contenido 9">
            <a:extLst>
              <a:ext uri="{FF2B5EF4-FFF2-40B4-BE49-F238E27FC236}">
                <a16:creationId xmlns:a16="http://schemas.microsoft.com/office/drawing/2014/main" id="{113364CA-9523-29FE-53B1-818F44CCDE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85907" y="1773478"/>
            <a:ext cx="2405062" cy="3206749"/>
          </a:xfrm>
          <a:prstGeom prst="rect">
            <a:avLst/>
          </a:prstGeom>
        </p:spPr>
      </p:pic>
      <p:pic>
        <p:nvPicPr>
          <p:cNvPr id="12" name="Marcador de contenido 9">
            <a:extLst>
              <a:ext uri="{FF2B5EF4-FFF2-40B4-BE49-F238E27FC236}">
                <a16:creationId xmlns:a16="http://schemas.microsoft.com/office/drawing/2014/main" id="{9F77E7E8-1C65-97BC-0738-1B7FBFA3F8A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62" y="1773478"/>
            <a:ext cx="2405061" cy="3206749"/>
          </a:xfrm>
          <a:prstGeom prst="rect">
            <a:avLst/>
          </a:prstGeom>
        </p:spPr>
      </p:pic>
      <p:pic>
        <p:nvPicPr>
          <p:cNvPr id="13" name="Marcador de contenido 9">
            <a:extLst>
              <a:ext uri="{FF2B5EF4-FFF2-40B4-BE49-F238E27FC236}">
                <a16:creationId xmlns:a16="http://schemas.microsoft.com/office/drawing/2014/main" id="{56C1F925-DA30-7E77-4727-77CA91C32BF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617416" y="1773479"/>
            <a:ext cx="2405061" cy="3206748"/>
          </a:xfrm>
          <a:prstGeom prst="rect">
            <a:avLst/>
          </a:prstGeom>
        </p:spPr>
      </p:pic>
      <p:sp>
        <p:nvSpPr>
          <p:cNvPr id="15" name="Título 1">
            <a:extLst>
              <a:ext uri="{FF2B5EF4-FFF2-40B4-BE49-F238E27FC236}">
                <a16:creationId xmlns:a16="http://schemas.microsoft.com/office/drawing/2014/main" id="{93E1BBE1-D57A-0828-C770-76244B9E5F90}"/>
              </a:ext>
            </a:extLst>
          </p:cNvPr>
          <p:cNvSpPr txBox="1">
            <a:spLocks/>
          </p:cNvSpPr>
          <p:nvPr/>
        </p:nvSpPr>
        <p:spPr>
          <a:xfrm>
            <a:off x="635915" y="692943"/>
            <a:ext cx="10386561" cy="1022365"/>
          </a:xfrm>
          <a:prstGeom prst="rect">
            <a:avLst/>
          </a:prstGeom>
        </p:spPr>
        <p:txBody>
          <a:bodyPr vert="horz" lIns="91440" tIns="0" rIns="91440" bIns="0" rtlCol="0" anchor="ctr" anchorCtr="0">
            <a:noAutofit/>
          </a:bodyPr>
          <a:lstStyle>
            <a:defPPr>
              <a:defRPr lang="es-ES"/>
            </a:defPPr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s-ES"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s-ES" dirty="0"/>
            </a:br>
            <a:r>
              <a:rPr lang="es-ES" dirty="0"/>
              <a:t>Fotogramas</a:t>
            </a:r>
            <a:br>
              <a:rPr lang="es-ES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E8183-BD68-7EE7-F8E9-97E844F03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38AC37-01D6-AD92-0DAD-65EB48F7CA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48F63A3B-78C7-47BE-AE5E-E10140E04643}" type="slidenum">
              <a:rPr lang="es-ES" smtClean="0"/>
              <a:pPr rtl="0"/>
              <a:t>3</a:t>
            </a:fld>
            <a:endParaRPr lang="es-ES" dirty="0"/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C350DBF5-84F7-A881-B16C-8F9E60E856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635916" y="1773477"/>
            <a:ext cx="2405062" cy="3206750"/>
          </a:xfrm>
          <a:prstGeom prst="rect">
            <a:avLst/>
          </a:prstGeom>
        </p:spPr>
      </p:pic>
      <p:pic>
        <p:nvPicPr>
          <p:cNvPr id="11" name="Marcador de contenido 9">
            <a:extLst>
              <a:ext uri="{FF2B5EF4-FFF2-40B4-BE49-F238E27FC236}">
                <a16:creationId xmlns:a16="http://schemas.microsoft.com/office/drawing/2014/main" id="{051A4DE2-156D-ABFF-9517-45F8A002E12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85907" y="1773478"/>
            <a:ext cx="2405061" cy="3206749"/>
          </a:xfrm>
          <a:prstGeom prst="rect">
            <a:avLst/>
          </a:prstGeom>
        </p:spPr>
      </p:pic>
      <p:pic>
        <p:nvPicPr>
          <p:cNvPr id="12" name="Marcador de contenido 9">
            <a:extLst>
              <a:ext uri="{FF2B5EF4-FFF2-40B4-BE49-F238E27FC236}">
                <a16:creationId xmlns:a16="http://schemas.microsoft.com/office/drawing/2014/main" id="{5733EFD5-5869-AC7C-DAD8-7403B062483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62" y="1773478"/>
            <a:ext cx="2405061" cy="3206748"/>
          </a:xfrm>
          <a:prstGeom prst="rect">
            <a:avLst/>
          </a:prstGeom>
        </p:spPr>
      </p:pic>
      <p:pic>
        <p:nvPicPr>
          <p:cNvPr id="13" name="Marcador de contenido 9">
            <a:extLst>
              <a:ext uri="{FF2B5EF4-FFF2-40B4-BE49-F238E27FC236}">
                <a16:creationId xmlns:a16="http://schemas.microsoft.com/office/drawing/2014/main" id="{5CC9C579-9FB5-3A2A-7C92-8E397F3C009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617416" y="1773479"/>
            <a:ext cx="2405061" cy="320674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2BC4633-F197-81D9-D201-4DA29A34273C}"/>
              </a:ext>
            </a:extLst>
          </p:cNvPr>
          <p:cNvSpPr txBox="1">
            <a:spLocks/>
          </p:cNvSpPr>
          <p:nvPr/>
        </p:nvSpPr>
        <p:spPr>
          <a:xfrm>
            <a:off x="635915" y="692943"/>
            <a:ext cx="10386561" cy="1022365"/>
          </a:xfrm>
          <a:prstGeom prst="rect">
            <a:avLst/>
          </a:prstGeom>
        </p:spPr>
        <p:txBody>
          <a:bodyPr vert="horz" lIns="91440" tIns="0" rIns="91440" bIns="0" rtlCol="0" anchor="ctr" anchorCtr="0">
            <a:noAutofit/>
          </a:bodyPr>
          <a:lstStyle>
            <a:defPPr>
              <a:defRPr lang="es-ES"/>
            </a:defPPr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s-ES"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s-ES" dirty="0"/>
            </a:br>
            <a:r>
              <a:rPr lang="es-ES" dirty="0"/>
              <a:t>Fotogramas</a:t>
            </a:r>
            <a:br>
              <a:rPr lang="es-ES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59604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F5E85-83D7-5326-7806-A60388220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2C17FFB-2C22-2772-3C6A-0864296676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48F63A3B-78C7-47BE-AE5E-E10140E04643}" type="slidenum">
              <a:rPr lang="es-ES" smtClean="0"/>
              <a:pPr rtl="0"/>
              <a:t>4</a:t>
            </a:fld>
            <a:endParaRPr lang="es-ES" dirty="0"/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C8DBFC85-2A02-26B3-4723-F114941A6E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635916" y="1773477"/>
            <a:ext cx="2405062" cy="3206750"/>
          </a:xfrm>
          <a:prstGeom prst="rect">
            <a:avLst/>
          </a:prstGeom>
        </p:spPr>
      </p:pic>
      <p:pic>
        <p:nvPicPr>
          <p:cNvPr id="11" name="Marcador de contenido 9">
            <a:extLst>
              <a:ext uri="{FF2B5EF4-FFF2-40B4-BE49-F238E27FC236}">
                <a16:creationId xmlns:a16="http://schemas.microsoft.com/office/drawing/2014/main" id="{5E495492-0D2E-1D73-2066-3935E9861B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85907" y="1773478"/>
            <a:ext cx="2405061" cy="320674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D96F778-6C32-3A68-40F9-13BF681FE206}"/>
              </a:ext>
            </a:extLst>
          </p:cNvPr>
          <p:cNvSpPr txBox="1">
            <a:spLocks/>
          </p:cNvSpPr>
          <p:nvPr/>
        </p:nvSpPr>
        <p:spPr>
          <a:xfrm>
            <a:off x="635915" y="692943"/>
            <a:ext cx="10386561" cy="1022365"/>
          </a:xfrm>
          <a:prstGeom prst="rect">
            <a:avLst/>
          </a:prstGeom>
        </p:spPr>
        <p:txBody>
          <a:bodyPr vert="horz" lIns="91440" tIns="0" rIns="91440" bIns="0" rtlCol="0" anchor="ctr" anchorCtr="0">
            <a:noAutofit/>
          </a:bodyPr>
          <a:lstStyle>
            <a:defPPr>
              <a:defRPr lang="es-ES"/>
            </a:defPPr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s-ES"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s-ES" dirty="0"/>
            </a:br>
            <a:r>
              <a:rPr lang="es-ES" dirty="0"/>
              <a:t>Fotogramas</a:t>
            </a:r>
            <a:br>
              <a:rPr lang="es-ES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8468095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90_TF78438558_Win32" id="{AA85AFFE-C10C-4074-A3C2-EA00DC51B9DE}" vid="{92586EA8-77DE-4ED4-9214-CC23F714AEF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{48DCD9C0-51FB-4FA9-8CC3-AD9692518CDC}TF8a9b5915-b8c7-461e-8cdd-693d48b5e3234192de3d_win32-99dec79a69e6</Template>
  <TotalTime>9</TotalTime>
  <Words>21</Words>
  <Application>Microsoft Office PowerPoint</Application>
  <PresentationFormat>Panorámica</PresentationFormat>
  <Paragraphs>7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Arial Black</vt:lpstr>
      <vt:lpstr>Calibri</vt:lpstr>
      <vt:lpstr>Sabon Next LT</vt:lpstr>
      <vt:lpstr>Personalizar</vt:lpstr>
      <vt:lpstr>Actividad 2  Descomposición del movimiento en fotogramas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Sebastian Vega</dc:creator>
  <cp:lastModifiedBy>Sebastian Vega</cp:lastModifiedBy>
  <cp:revision>1</cp:revision>
  <dcterms:created xsi:type="dcterms:W3CDTF">2026-04-02T04:07:40Z</dcterms:created>
  <dcterms:modified xsi:type="dcterms:W3CDTF">2026-04-02T04:17:11Z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